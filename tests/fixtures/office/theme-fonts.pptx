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KEEP_BLACK" TargetMode="External"/><Relationship Id="rId2" Type="http://schemas.openxmlformats.org/officeDocument/2006/relationships/hyperlink" Target="https://example.com/KEEP_RED" TargetMode="External"/><Relationship Id="rId3" Type="http://schemas.openxmlformats.org/officeDocument/2006/relationships/hyperlink" Target="https://example.com/THEME_BLUE" TargetMode="External"/><Relationship Id="rId4" Type="http://schemas.openxmlformats.org/officeDocument/2006/relationships/hyperlink" Target="https://example.com/HLINK_MODE" TargetMode="External"/><Relationship Id="rId5" Type="http://schemas.openxmlformats.org/officeDocument/2006/relationships/hyperlink" Target="https://example.com/UNKNOWN_EXTENSION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KEEP_BLACK</a:t>
            </a:r>
            <a:endParaRPr lang="en-US" sz="2400" dirty="0"/>
          </a:p>
        </p:txBody>
      </p:sp>
      <p:sp>
        <p:nvSpPr>
          <p:cNvPr id="3" name="Text 1">
            <a:hlinkClick r:id="rId2" tooltip=""/>
          </p:cNvPr>
          <p:cNvSpPr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KEEP_RED</a:t>
            </a:r>
            <a:endParaRPr lang="en-US" sz="2400" dirty="0"/>
          </a:p>
        </p:txBody>
      </p:sp>
      <p:sp>
        <p:nvSpPr>
          <p:cNvPr id="4" name="Text 2">
            <a:hlinkClick r:id="rId3" tooltip=""/>
          </p:cNvPr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/>
              </a:rPr>
              <a:t>THEME_BLUE</a:t>
            </a:r>
            <a:endParaRPr lang="en-US" sz="2400" dirty="0"/>
          </a:p>
        </p:txBody>
      </p:sp>
      <p:sp>
        <p:nvSpPr>
          <p:cNvPr id="5" name="Text 3">
            <a:hlinkClick r:id="rId4" tooltip=""/>
          </p:cNvPr>
          <p:cNvSpPr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hlink"/>
                    </a:ext>
                  </a:extLst>
                </a:hlinkClick>
              </a:rPr>
              <a:t>HLINK_MODE</a:t>
            </a:r>
            <a:endParaRPr lang="en-US" sz="2400" dirty="0"/>
          </a:p>
        </p:txBody>
      </p:sp>
      <p:sp>
        <p:nvSpPr>
          <p:cNvPr id="6" name="Text 4">
            <a:hlinkClick r:id="rId5" tooltip=""/>
          </p:cNvPr>
          <p:cNvSpPr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qa:unknown xmlns:qa="urn:ely:qa"/>
                    </a:ext>
                  </a:extLst>
                </a:hlinkClick>
              </a:rPr>
              <a:t>UNKNOWN_EXTENSION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Hans" typeface="SimSun"/>
        <a:font script="Hant" typeface="PMingLiU"/>
        <a:font script="Jpan" typeface="MS Mincho"/>
        <a:font script="Hang" typeface="Batang"/>
        <a:font script="Arab" typeface="Times New Roman"/>
        <a:font script="Hebr" typeface="David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Hans" typeface="Microsoft YaHei"/>
        <a:font script="Hant" typeface="Microsoft JhengHei"/>
        <a:font script="Jpan" typeface="Meiryo"/>
        <a:font script="Hang" typeface="Malgun Gothic"/>
        <a:font script="Arab" typeface="Arial"/>
        <a:font script="Hebr" typeface="Arial"/>
        <a:font script="Thai" typeface="Cordia New"/>
        <a:font script="Deva"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colors</dc:title>
  <dc:subject>Synthetic hyperlink colors</dc:subject>
  <dc:creator>Ely compatibility regression</dc:creator>
  <cp:lastModifiedBy>Ely compatibility regression</cp:lastModifiedBy>
  <cp:revision>1</cp:revision>
  <dcterms:created xsi:type="dcterms:W3CDTF">2026-10-19T22:09:42Z</dcterms:created>
  <dcterms:modified xsi:type="dcterms:W3CDTF">2026-10-19T22:09:42Z</dcterms:modified>
</cp:coreProperties>
</file>